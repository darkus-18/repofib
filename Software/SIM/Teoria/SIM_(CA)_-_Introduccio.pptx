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4" r:id="rId1"/>
  </p:sldMasterIdLst>
  <p:notesMasterIdLst>
    <p:notesMasterId r:id="rId7"/>
  </p:notesMasterIdLst>
  <p:handoutMasterIdLst>
    <p:handoutMasterId r:id="rId8"/>
  </p:handoutMasterIdLst>
  <p:sldIdLst>
    <p:sldId id="256" r:id="rId2"/>
    <p:sldId id="276" r:id="rId3"/>
    <p:sldId id="277" r:id="rId4"/>
    <p:sldId id="275" r:id="rId5"/>
    <p:sldId id="263" r:id="rId6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336699"/>
    <a:srgbClr val="008080"/>
    <a:srgbClr val="009999"/>
    <a:srgbClr val="FF9966"/>
    <a:srgbClr val="99FFFF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94741C-5649-4602-97A1-5C9CD8FA61F3}" v="5" dt="2025-09-07T15:43:22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64" autoAdjust="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1" d="100"/>
          <a:sy n="31" d="100"/>
        </p:scale>
        <p:origin x="-120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 Fonseca" userId="69caaa65-8506-4d1c-8bc8-2a7be4573ae7" providerId="ADAL" clId="{AE94741C-5649-4602-97A1-5C9CD8FA61F3}"/>
    <pc:docChg chg="undo custSel addSld modSld">
      <pc:chgData name="Pau Fonseca" userId="69caaa65-8506-4d1c-8bc8-2a7be4573ae7" providerId="ADAL" clId="{AE94741C-5649-4602-97A1-5C9CD8FA61F3}" dt="2025-09-07T16:37:04.487" v="681" actId="6549"/>
      <pc:docMkLst>
        <pc:docMk/>
      </pc:docMkLst>
      <pc:sldChg chg="modSp mod">
        <pc:chgData name="Pau Fonseca" userId="69caaa65-8506-4d1c-8bc8-2a7be4573ae7" providerId="ADAL" clId="{AE94741C-5649-4602-97A1-5C9CD8FA61F3}" dt="2025-09-07T15:47:57.247" v="677" actId="313"/>
        <pc:sldMkLst>
          <pc:docMk/>
          <pc:sldMk cId="0" sldId="263"/>
        </pc:sldMkLst>
        <pc:spChg chg="mod">
          <ac:chgData name="Pau Fonseca" userId="69caaa65-8506-4d1c-8bc8-2a7be4573ae7" providerId="ADAL" clId="{AE94741C-5649-4602-97A1-5C9CD8FA61F3}" dt="2025-09-07T15:46:52.853" v="578" actId="20577"/>
          <ac:spMkLst>
            <pc:docMk/>
            <pc:sldMk cId="0" sldId="263"/>
            <ac:spMk id="11266" creationId="{00000000-0000-0000-0000-000000000000}"/>
          </ac:spMkLst>
        </pc:spChg>
        <pc:spChg chg="mod">
          <ac:chgData name="Pau Fonseca" userId="69caaa65-8506-4d1c-8bc8-2a7be4573ae7" providerId="ADAL" clId="{AE94741C-5649-4602-97A1-5C9CD8FA61F3}" dt="2025-09-07T15:47:57.247" v="677" actId="313"/>
          <ac:spMkLst>
            <pc:docMk/>
            <pc:sldMk cId="0" sldId="263"/>
            <ac:spMk id="11267" creationId="{00000000-0000-0000-0000-000000000000}"/>
          </ac:spMkLst>
        </pc:spChg>
      </pc:sldChg>
      <pc:sldChg chg="modSp mod">
        <pc:chgData name="Pau Fonseca" userId="69caaa65-8506-4d1c-8bc8-2a7be4573ae7" providerId="ADAL" clId="{AE94741C-5649-4602-97A1-5C9CD8FA61F3}" dt="2025-09-07T15:45:50.458" v="563" actId="20577"/>
        <pc:sldMkLst>
          <pc:docMk/>
          <pc:sldMk cId="0" sldId="275"/>
        </pc:sldMkLst>
        <pc:spChg chg="mod">
          <ac:chgData name="Pau Fonseca" userId="69caaa65-8506-4d1c-8bc8-2a7be4573ae7" providerId="ADAL" clId="{AE94741C-5649-4602-97A1-5C9CD8FA61F3}" dt="2025-09-07T15:45:50.458" v="563" actId="20577"/>
          <ac:spMkLst>
            <pc:docMk/>
            <pc:sldMk cId="0" sldId="275"/>
            <ac:spMk id="72707" creationId="{00000000-0000-0000-0000-000000000000}"/>
          </ac:spMkLst>
        </pc:spChg>
      </pc:sldChg>
      <pc:sldChg chg="addSp delSp modSp new mod">
        <pc:chgData name="Pau Fonseca" userId="69caaa65-8506-4d1c-8bc8-2a7be4573ae7" providerId="ADAL" clId="{AE94741C-5649-4602-97A1-5C9CD8FA61F3}" dt="2025-09-07T15:44:14.212" v="288" actId="14100"/>
        <pc:sldMkLst>
          <pc:docMk/>
          <pc:sldMk cId="4240520769" sldId="276"/>
        </pc:sldMkLst>
        <pc:spChg chg="mod">
          <ac:chgData name="Pau Fonseca" userId="69caaa65-8506-4d1c-8bc8-2a7be4573ae7" providerId="ADAL" clId="{AE94741C-5649-4602-97A1-5C9CD8FA61F3}" dt="2025-09-07T15:40:16.536" v="24" actId="20577"/>
          <ac:spMkLst>
            <pc:docMk/>
            <pc:sldMk cId="4240520769" sldId="276"/>
            <ac:spMk id="2" creationId="{078FF829-103B-B9EE-070F-933BA7B07841}"/>
          </ac:spMkLst>
        </pc:spChg>
        <pc:spChg chg="del">
          <ac:chgData name="Pau Fonseca" userId="69caaa65-8506-4d1c-8bc8-2a7be4573ae7" providerId="ADAL" clId="{AE94741C-5649-4602-97A1-5C9CD8FA61F3}" dt="2025-09-07T15:40:30.552" v="25" actId="3680"/>
          <ac:spMkLst>
            <pc:docMk/>
            <pc:sldMk cId="4240520769" sldId="276"/>
            <ac:spMk id="3" creationId="{07A5DA2C-CAA6-030C-94A2-719B5694C018}"/>
          </ac:spMkLst>
        </pc:spChg>
        <pc:graphicFrameChg chg="add mod ord modGraphic">
          <ac:chgData name="Pau Fonseca" userId="69caaa65-8506-4d1c-8bc8-2a7be4573ae7" providerId="ADAL" clId="{AE94741C-5649-4602-97A1-5C9CD8FA61F3}" dt="2025-09-07T15:44:14.212" v="288" actId="14100"/>
          <ac:graphicFrameMkLst>
            <pc:docMk/>
            <pc:sldMk cId="4240520769" sldId="276"/>
            <ac:graphicFrameMk id="4" creationId="{D3ECBDD0-6061-0E49-2698-4766D315BD8C}"/>
          </ac:graphicFrameMkLst>
        </pc:graphicFrameChg>
      </pc:sldChg>
      <pc:sldChg chg="modSp new mod">
        <pc:chgData name="Pau Fonseca" userId="69caaa65-8506-4d1c-8bc8-2a7be4573ae7" providerId="ADAL" clId="{AE94741C-5649-4602-97A1-5C9CD8FA61F3}" dt="2025-09-07T16:37:04.487" v="681" actId="6549"/>
        <pc:sldMkLst>
          <pc:docMk/>
          <pc:sldMk cId="420997980" sldId="277"/>
        </pc:sldMkLst>
        <pc:spChg chg="mod">
          <ac:chgData name="Pau Fonseca" userId="69caaa65-8506-4d1c-8bc8-2a7be4573ae7" providerId="ADAL" clId="{AE94741C-5649-4602-97A1-5C9CD8FA61F3}" dt="2025-09-07T15:44:32.763" v="298" actId="20577"/>
          <ac:spMkLst>
            <pc:docMk/>
            <pc:sldMk cId="420997980" sldId="277"/>
            <ac:spMk id="2" creationId="{9D1A0776-2DBA-BA96-A5C6-D99067AC132E}"/>
          </ac:spMkLst>
        </pc:spChg>
        <pc:spChg chg="mod">
          <ac:chgData name="Pau Fonseca" userId="69caaa65-8506-4d1c-8bc8-2a7be4573ae7" providerId="ADAL" clId="{AE94741C-5649-4602-97A1-5C9CD8FA61F3}" dt="2025-09-07T16:37:04.487" v="681" actId="6549"/>
          <ac:spMkLst>
            <pc:docMk/>
            <pc:sldMk cId="420997980" sldId="277"/>
            <ac:spMk id="3" creationId="{E3155F8D-F145-2B6C-8A06-B9FDE7576F06}"/>
          </ac:spMkLst>
        </pc:spChg>
      </pc:sldChg>
    </pc:docChg>
  </pc:docChgLst>
  <pc:docChgLst>
    <pc:chgData name="Pau Fonseca" userId="69caaa65-8506-4d1c-8bc8-2a7be4573ae7" providerId="ADAL" clId="{322DA5CF-6217-44CD-98FC-C3E78B0B5D54}"/>
    <pc:docChg chg="custSel delSld modSld modMainMaster modNotesMaster">
      <pc:chgData name="Pau Fonseca" userId="69caaa65-8506-4d1c-8bc8-2a7be4573ae7" providerId="ADAL" clId="{322DA5CF-6217-44CD-98FC-C3E78B0B5D54}" dt="2024-09-10T06:54:50.252" v="132" actId="6549"/>
      <pc:docMkLst>
        <pc:docMk/>
      </pc:docMkLst>
      <pc:sldChg chg="modSp mod modNotes">
        <pc:chgData name="Pau Fonseca" userId="69caaa65-8506-4d1c-8bc8-2a7be4573ae7" providerId="ADAL" clId="{322DA5CF-6217-44CD-98FC-C3E78B0B5D54}" dt="2024-09-10T06:47:18.747" v="118"/>
        <pc:sldMkLst>
          <pc:docMk/>
          <pc:sldMk cId="0" sldId="256"/>
        </pc:sldMkLst>
      </pc:sldChg>
      <pc:sldChg chg="addSp delSp modSp mod chgLayout modNotes">
        <pc:chgData name="Pau Fonseca" userId="69caaa65-8506-4d1c-8bc8-2a7be4573ae7" providerId="ADAL" clId="{322DA5CF-6217-44CD-98FC-C3E78B0B5D54}" dt="2024-09-10T06:54:30.336" v="130" actId="6549"/>
        <pc:sldMkLst>
          <pc:docMk/>
          <pc:sldMk cId="0" sldId="263"/>
        </pc:sldMkLst>
      </pc:sldChg>
      <pc:sldChg chg="modSp mod modNotes">
        <pc:chgData name="Pau Fonseca" userId="69caaa65-8506-4d1c-8bc8-2a7be4573ae7" providerId="ADAL" clId="{322DA5CF-6217-44CD-98FC-C3E78B0B5D54}" dt="2024-09-10T06:47:18.747" v="118"/>
        <pc:sldMkLst>
          <pc:docMk/>
          <pc:sldMk cId="0" sldId="273"/>
        </pc:sldMkLst>
      </pc:sldChg>
      <pc:sldChg chg="modSp mod modNotes">
        <pc:chgData name="Pau Fonseca" userId="69caaa65-8506-4d1c-8bc8-2a7be4573ae7" providerId="ADAL" clId="{322DA5CF-6217-44CD-98FC-C3E78B0B5D54}" dt="2024-09-10T06:47:18.747" v="118"/>
        <pc:sldMkLst>
          <pc:docMk/>
          <pc:sldMk cId="0" sldId="275"/>
        </pc:sldMkLst>
      </pc:sldChg>
      <pc:sldChg chg="del">
        <pc:chgData name="Pau Fonseca" userId="69caaa65-8506-4d1c-8bc8-2a7be4573ae7" providerId="ADAL" clId="{322DA5CF-6217-44CD-98FC-C3E78B0B5D54}" dt="2024-09-10T06:46:46.311" v="115" actId="47"/>
        <pc:sldMkLst>
          <pc:docMk/>
          <pc:sldMk cId="0" sldId="276"/>
        </pc:sldMkLst>
      </pc:sldChg>
      <pc:sldChg chg="del">
        <pc:chgData name="Pau Fonseca" userId="69caaa65-8506-4d1c-8bc8-2a7be4573ae7" providerId="ADAL" clId="{322DA5CF-6217-44CD-98FC-C3E78B0B5D54}" dt="2024-09-10T06:46:43.292" v="114" actId="47"/>
        <pc:sldMkLst>
          <pc:docMk/>
          <pc:sldMk cId="0" sldId="277"/>
        </pc:sldMkLst>
      </pc:sldChg>
      <pc:sldChg chg="modSp mod modNotes">
        <pc:chgData name="Pau Fonseca" userId="69caaa65-8506-4d1c-8bc8-2a7be4573ae7" providerId="ADAL" clId="{322DA5CF-6217-44CD-98FC-C3E78B0B5D54}" dt="2024-09-10T06:54:50.252" v="132" actId="6549"/>
        <pc:sldMkLst>
          <pc:docMk/>
          <pc:sldMk cId="0" sldId="279"/>
        </pc:sldMkLst>
      </pc:sldChg>
      <pc:sldChg chg="del">
        <pc:chgData name="Pau Fonseca" userId="69caaa65-8506-4d1c-8bc8-2a7be4573ae7" providerId="ADAL" clId="{322DA5CF-6217-44CD-98FC-C3E78B0B5D54}" dt="2024-09-10T06:46:34.016" v="113" actId="47"/>
        <pc:sldMkLst>
          <pc:docMk/>
          <pc:sldMk cId="0" sldId="280"/>
        </pc:sldMkLst>
      </pc:sldChg>
      <pc:sldMasterChg chg="modSp modSldLayout">
        <pc:chgData name="Pau Fonseca" userId="69caaa65-8506-4d1c-8bc8-2a7be4573ae7" providerId="ADAL" clId="{322DA5CF-6217-44CD-98FC-C3E78B0B5D54}" dt="2024-09-10T06:47:18.747" v="118"/>
        <pc:sldMasterMkLst>
          <pc:docMk/>
          <pc:sldMasterMk cId="2742521903" sldId="2147483692"/>
        </pc:sldMasterMkLst>
        <pc:sldLayoutChg chg="modSp">
          <pc:chgData name="Pau Fonseca" userId="69caaa65-8506-4d1c-8bc8-2a7be4573ae7" providerId="ADAL" clId="{322DA5CF-6217-44CD-98FC-C3E78B0B5D54}" dt="2024-09-10T06:47:18.747" v="118"/>
          <pc:sldLayoutMkLst>
            <pc:docMk/>
            <pc:sldMasterMk cId="2742521903" sldId="2147483692"/>
            <pc:sldLayoutMk cId="3551244691" sldId="2147483693"/>
          </pc:sldLayoutMkLst>
        </pc:sldLayoutChg>
        <pc:sldLayoutChg chg="modSp">
          <pc:chgData name="Pau Fonseca" userId="69caaa65-8506-4d1c-8bc8-2a7be4573ae7" providerId="ADAL" clId="{322DA5CF-6217-44CD-98FC-C3E78B0B5D54}" dt="2024-09-10T06:47:18.747" v="118"/>
          <pc:sldLayoutMkLst>
            <pc:docMk/>
            <pc:sldMasterMk cId="2742521903" sldId="2147483692"/>
            <pc:sldLayoutMk cId="1119475962" sldId="2147483695"/>
          </pc:sldLayoutMkLst>
        </pc:sldLayoutChg>
        <pc:sldLayoutChg chg="modSp">
          <pc:chgData name="Pau Fonseca" userId="69caaa65-8506-4d1c-8bc8-2a7be4573ae7" providerId="ADAL" clId="{322DA5CF-6217-44CD-98FC-C3E78B0B5D54}" dt="2024-09-10T06:47:18.747" v="118"/>
          <pc:sldLayoutMkLst>
            <pc:docMk/>
            <pc:sldMasterMk cId="2742521903" sldId="2147483692"/>
            <pc:sldLayoutMk cId="951211980" sldId="2147483696"/>
          </pc:sldLayoutMkLst>
        </pc:sldLayoutChg>
        <pc:sldLayoutChg chg="modSp">
          <pc:chgData name="Pau Fonseca" userId="69caaa65-8506-4d1c-8bc8-2a7be4573ae7" providerId="ADAL" clId="{322DA5CF-6217-44CD-98FC-C3E78B0B5D54}" dt="2024-09-10T06:47:18.747" v="118"/>
          <pc:sldLayoutMkLst>
            <pc:docMk/>
            <pc:sldMasterMk cId="2742521903" sldId="2147483692"/>
            <pc:sldLayoutMk cId="511544742" sldId="2147483697"/>
          </pc:sldLayoutMkLst>
        </pc:sldLayoutChg>
        <pc:sldLayoutChg chg="modSp">
          <pc:chgData name="Pau Fonseca" userId="69caaa65-8506-4d1c-8bc8-2a7be4573ae7" providerId="ADAL" clId="{322DA5CF-6217-44CD-98FC-C3E78B0B5D54}" dt="2024-09-10T06:47:18.747" v="118"/>
          <pc:sldLayoutMkLst>
            <pc:docMk/>
            <pc:sldMasterMk cId="2742521903" sldId="2147483692"/>
            <pc:sldLayoutMk cId="3169765177" sldId="2147483700"/>
          </pc:sldLayoutMkLst>
        </pc:sldLayoutChg>
        <pc:sldLayoutChg chg="modSp">
          <pc:chgData name="Pau Fonseca" userId="69caaa65-8506-4d1c-8bc8-2a7be4573ae7" providerId="ADAL" clId="{322DA5CF-6217-44CD-98FC-C3E78B0B5D54}" dt="2024-09-10T06:47:18.747" v="118"/>
          <pc:sldLayoutMkLst>
            <pc:docMk/>
            <pc:sldMasterMk cId="2742521903" sldId="2147483692"/>
            <pc:sldLayoutMk cId="2880548262" sldId="2147483701"/>
          </pc:sldLayoutMkLst>
        </pc:sldLayoutChg>
        <pc:sldLayoutChg chg="modSp">
          <pc:chgData name="Pau Fonseca" userId="69caaa65-8506-4d1c-8bc8-2a7be4573ae7" providerId="ADAL" clId="{322DA5CF-6217-44CD-98FC-C3E78B0B5D54}" dt="2024-09-10T06:47:18.747" v="118"/>
          <pc:sldLayoutMkLst>
            <pc:docMk/>
            <pc:sldMasterMk cId="2742521903" sldId="2147483692"/>
            <pc:sldLayoutMk cId="2739820314" sldId="214748370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 sz="1200"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1" sz="1200">
                <a:latin typeface="Times New Roman" pitchFamily="18" charset="0"/>
              </a:defRPr>
            </a:lvl1pPr>
          </a:lstStyle>
          <a:p>
            <a:fld id="{3747DEC8-E560-4151-9882-3ACDABBA714E}" type="datetime1">
              <a:rPr lang="en-US"/>
              <a:pPr/>
              <a:t>9/7/2025</a:t>
            </a:fld>
            <a:endParaRPr lang="en-US" dirty="0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kumimoji="1" sz="1200"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1" sz="1200">
                <a:latin typeface="Times New Roman" pitchFamily="18" charset="0"/>
              </a:defRPr>
            </a:lvl1pPr>
          </a:lstStyle>
          <a:p>
            <a:fld id="{86641517-9488-4350-B9E0-2658463645E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6999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 sz="1200"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1" sz="1200">
                <a:latin typeface="Times New Roman" pitchFamily="18" charset="0"/>
              </a:defRPr>
            </a:lvl1pPr>
          </a:lstStyle>
          <a:p>
            <a:fld id="{2A9B8415-02A4-4B9F-AF46-9E6162B51161}" type="datetime1">
              <a:rPr lang="en-US"/>
              <a:pPr/>
              <a:t>9/7/2025</a:t>
            </a:fld>
            <a:endParaRPr lang="en-US" dirty="0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3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kumimoji="1" sz="1200"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1" sz="1200">
                <a:latin typeface="Times New Roman" pitchFamily="18" charset="0"/>
              </a:defRPr>
            </a:lvl1pPr>
          </a:lstStyle>
          <a:p>
            <a:fld id="{812C677D-12DF-4D33-99A1-532CA6571180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52139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C1A6695A-C395-499A-9B21-E3FD2FD366B6}" type="datetime1">
              <a:rPr lang="en-US"/>
              <a:pPr/>
              <a:t>9/7/2025</a:t>
            </a:fld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6702EA-63BB-4DDF-8475-58BB461D3EEC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1638129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72CAE3F7-E577-4227-B416-4DF376E55B2A}" type="datetime1">
              <a:rPr lang="en-US"/>
              <a:pPr/>
              <a:t>9/7/2025</a:t>
            </a:fld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51A311-0224-4E8E-B9AE-378EED1A0FF2}" type="slidenum">
              <a:rPr lang="en-US"/>
              <a:pPr/>
              <a:t>4</a:t>
            </a:fld>
            <a:endParaRPr lang="en-US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975220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580E756C-7D5D-458A-A7BD-ED44DE373AEA}" type="datetime1">
              <a:rPr lang="en-US"/>
              <a:pPr/>
              <a:t>9/7/2025</a:t>
            </a:fld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BEA636-D6BA-40F9-8587-D74D01D1FCA4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2038280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E050C-91C6-48DA-8427-746E43240774}" type="slidenum">
              <a:rPr lang="ca-ES" smtClean="0"/>
              <a:pPr/>
              <a:t>‹#›</a:t>
            </a:fld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1719091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4EE6-C0EE-4EA2-8E51-278D4DFCF978}" type="slidenum">
              <a:rPr lang="ca-ES" smtClean="0"/>
              <a:pPr/>
              <a:t>‹#›</a:t>
            </a:fld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120020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3E46-66E8-49B3-89BA-75B726555DA2}" type="slidenum">
              <a:rPr lang="ca-ES" smtClean="0"/>
              <a:pPr/>
              <a:t>‹#›</a:t>
            </a:fld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1029375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4DC30-4E0D-48B0-B333-41D4B1D796AE}" type="slidenum">
              <a:rPr lang="ca-ES" smtClean="0"/>
              <a:pPr/>
              <a:t>‹#›</a:t>
            </a:fld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100857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B105-4F86-44E9-A986-F7E150D0F8D6}" type="slidenum">
              <a:rPr lang="ca-ES" smtClean="0"/>
              <a:pPr/>
              <a:t>‹#›</a:t>
            </a:fld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75238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321B0-F8E9-400B-BAF0-15757E674DAD}" type="slidenum">
              <a:rPr lang="ca-ES" smtClean="0"/>
              <a:pPr/>
              <a:t>‹#›</a:t>
            </a:fld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212448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511C-54D4-4793-8CFB-08DE28216789}" type="slidenum">
              <a:rPr lang="ca-ES" smtClean="0"/>
              <a:pPr/>
              <a:t>‹#›</a:t>
            </a:fld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87818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66BF-8F8F-4401-A317-0C0D26F9D5BA}" type="slidenum">
              <a:rPr lang="ca-ES" smtClean="0"/>
              <a:pPr/>
              <a:t>‹#›</a:t>
            </a:fld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748086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33B9-8DA7-432E-AC27-4EDFAB942BF3}" type="slidenum">
              <a:rPr lang="ca-ES" smtClean="0"/>
              <a:pPr/>
              <a:t>‹#›</a:t>
            </a:fld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2197102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3E650-79B9-47AA-922D-C9829271A6ED}" type="slidenum">
              <a:rPr lang="ca-ES" smtClean="0"/>
              <a:pPr/>
              <a:t>‹#›</a:t>
            </a:fld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360311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F28D-D694-46B8-AD95-E9FBBBDD1F6C}" type="slidenum">
              <a:rPr lang="ca-ES" smtClean="0"/>
              <a:pPr/>
              <a:t>‹#›</a:t>
            </a:fld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82282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a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a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C9A86-E966-431F-9CF0-7E8400BEF8C1}" type="slidenum">
              <a:rPr lang="ca-ES" smtClean="0"/>
              <a:pPr/>
              <a:t>‹#›</a:t>
            </a:fld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122718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au@fib.upc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victor.garcia.carrasco@upc.edu" TargetMode="External"/><Relationship Id="rId2" Type="http://schemas.openxmlformats.org/officeDocument/2006/relationships/hyperlink" Target="mailto:pau@fib.upc.edu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xpi@enginyers.net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pau@fib.upc.ed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biblioteques.upc.es/cgi-bin/vtls.web.gateway?searchtype=title&amp;searcharg=A+Guide+toa&amp;lang=catalan" TargetMode="External"/><Relationship Id="rId7" Type="http://schemas.openxmlformats.org/officeDocument/2006/relationships/hyperlink" Target="https://discovery.upc.edu/discovery/fulldisplay?docid=alma991004003189706711&amp;context=L&amp;vid=34CSUC_UPC:VU1&amp;lang=c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biblioteques.upc.es/cgi-bin/vtls.web.gateway?searchtype=title&amp;searcharg=Computer+Modelling+for+Discrete+Simulation&amp;lang=catalan" TargetMode="External"/><Relationship Id="rId5" Type="http://schemas.openxmlformats.org/officeDocument/2006/relationships/hyperlink" Target="http://biblioteques.upc.es/cgi-bin/vtls.web.gateway?searchtype=title&amp;searcharg=Simulation+Modeling+and+Analysis&amp;lang=catalan" TargetMode="External"/><Relationship Id="rId4" Type="http://schemas.openxmlformats.org/officeDocument/2006/relationships/hyperlink" Target="http://biblioteques.upc.es/cgi-bin/vtls.web.gateway?searchtype=title&amp;searcharg=Statistical+Techniques+in+Simulation++I+i+II&amp;lang=catal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noFill/>
          <a:ln/>
        </p:spPr>
        <p:txBody>
          <a:bodyPr vert="horz" lIns="92075" tIns="46038" rIns="92075" bIns="46038" rtlCol="0" anchor="b">
            <a:normAutofit/>
          </a:bodyPr>
          <a:lstStyle/>
          <a:p>
            <a:r>
              <a:rPr lang="ca-ES" dirty="0"/>
              <a:t>Simulació (GEI)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noFill/>
          <a:ln/>
        </p:spPr>
        <p:txBody>
          <a:bodyPr vert="horz" lIns="92075" tIns="46038" rIns="92075" bIns="46038" rtlCol="0" anchor="t">
            <a:normAutofit/>
          </a:bodyPr>
          <a:lstStyle/>
          <a:p>
            <a:r>
              <a:rPr lang="ca-ES" dirty="0"/>
              <a:t>Pau Fonseca i Casas (</a:t>
            </a:r>
            <a:r>
              <a:rPr lang="ca-ES" dirty="0">
                <a:hlinkClick r:id="rId3"/>
              </a:rPr>
              <a:t>pau@fib.upc.edu</a:t>
            </a:r>
            <a:r>
              <a:rPr lang="ca-ES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FF829-103B-B9EE-070F-933BA7B07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Professors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ECBDD0-6061-0E49-2698-4766D315BD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0371684"/>
              </p:ext>
            </p:extLst>
          </p:nvPr>
        </p:nvGraphicFramePr>
        <p:xfrm>
          <a:off x="838200" y="1825625"/>
          <a:ext cx="1015434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628">
                  <a:extLst>
                    <a:ext uri="{9D8B030D-6E8A-4147-A177-3AD203B41FA5}">
                      <a16:colId xmlns:a16="http://schemas.microsoft.com/office/drawing/2014/main" val="3913497902"/>
                    </a:ext>
                  </a:extLst>
                </a:gridCol>
                <a:gridCol w="3422276">
                  <a:extLst>
                    <a:ext uri="{9D8B030D-6E8A-4147-A177-3AD203B41FA5}">
                      <a16:colId xmlns:a16="http://schemas.microsoft.com/office/drawing/2014/main" val="2217540715"/>
                    </a:ext>
                  </a:extLst>
                </a:gridCol>
                <a:gridCol w="3830439">
                  <a:extLst>
                    <a:ext uri="{9D8B030D-6E8A-4147-A177-3AD203B41FA5}">
                      <a16:colId xmlns:a16="http://schemas.microsoft.com/office/drawing/2014/main" val="2425133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dirty="0"/>
                        <a:t>Contacte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a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857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a-ES" dirty="0"/>
                        <a:t>Pau Fonseca i Casas, </a:t>
                      </a:r>
                      <a:r>
                        <a:rPr lang="ca-ES" dirty="0" err="1"/>
                        <a:t>Ph.D</a:t>
                      </a:r>
                      <a:r>
                        <a:rPr lang="ca-E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dirty="0">
                          <a:hlinkClick r:id="rId2"/>
                        </a:rPr>
                        <a:t>pau@fib.upc.edu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dirty="0"/>
                        <a:t>Teoria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34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a-ES" dirty="0"/>
                        <a:t>Victor Garcia Carrasco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dirty="0">
                          <a:hlinkClick r:id="rId3"/>
                        </a:rPr>
                        <a:t>victor.garcia.carrasco@upc.edu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dirty="0"/>
                        <a:t>Laboratoris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88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a-ES" dirty="0"/>
                        <a:t>Xavier 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dirty="0">
                          <a:hlinkClick r:id="rId4"/>
                        </a:rPr>
                        <a:t>xpi@enginyers.net</a:t>
                      </a:r>
                      <a:r>
                        <a:rPr lang="ca-E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dirty="0"/>
                        <a:t>Laboratoris Societat 5.0 i indústria 4.0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092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0520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A0776-2DBA-BA96-A5C6-D99067AC1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Avaluació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55F8D-F145-2B6C-8A06-B9FDE7576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a-ES" dirty="0"/>
              <a:t>Teoria, examen final 40% de la nota.</a:t>
            </a:r>
          </a:p>
          <a:p>
            <a:r>
              <a:rPr lang="ca-ES" dirty="0"/>
              <a:t>Pràctiques, 60% de la nota, a desenvolupar durant el curs.</a:t>
            </a:r>
          </a:p>
          <a:p>
            <a:pPr lvl="1"/>
            <a:r>
              <a:rPr lang="ca-ES" dirty="0"/>
              <a:t>4 pràctiques amb en Victor.</a:t>
            </a:r>
          </a:p>
          <a:p>
            <a:pPr lvl="1"/>
            <a:r>
              <a:rPr lang="ca-ES" dirty="0"/>
              <a:t>1 pràctica amb el Xavier.</a:t>
            </a:r>
          </a:p>
        </p:txBody>
      </p:sp>
    </p:spTree>
    <p:extLst>
      <p:ext uri="{BB962C8B-B14F-4D97-AF65-F5344CB8AC3E}">
        <p14:creationId xmlns:p14="http://schemas.microsoft.com/office/powerpoint/2010/main" val="420997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Consultes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ca-ES" dirty="0"/>
              <a:t>Horaris de consulta:</a:t>
            </a:r>
          </a:p>
          <a:p>
            <a:r>
              <a:rPr lang="ca-ES" dirty="0"/>
              <a:t>Dilluns, després de classe, si voleu en una altre franja, envieu correu electrònic per confirmar la cita. Podem quedar fora d’aquest horari.</a:t>
            </a:r>
          </a:p>
          <a:p>
            <a:r>
              <a:rPr lang="ca-ES" dirty="0"/>
              <a:t>LLOC: C5 204</a:t>
            </a:r>
          </a:p>
          <a:p>
            <a:endParaRPr lang="ca-ES" dirty="0"/>
          </a:p>
          <a:p>
            <a:r>
              <a:rPr lang="ca-ES" dirty="0">
                <a:hlinkClick r:id="rId3"/>
              </a:rPr>
              <a:t>pau@fib.upc.edu</a:t>
            </a:r>
            <a:endParaRPr lang="ca-ES" dirty="0"/>
          </a:p>
          <a:p>
            <a:pPr marL="0" indent="0">
              <a:buNone/>
            </a:pPr>
            <a:endParaRPr lang="ca-E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/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ca-ES" dirty="0"/>
              <a:t>Bibliografia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  <a:noFill/>
          <a:ln/>
        </p:spPr>
        <p:txBody>
          <a:bodyPr vert="horz" lIns="92075" tIns="46038" rIns="92075" bIns="46038" rtlCol="0">
            <a:normAutofit fontScale="70000" lnSpcReduction="20000"/>
          </a:bodyPr>
          <a:lstStyle/>
          <a:p>
            <a:r>
              <a:rPr lang="ca-ES" dirty="0"/>
              <a:t>BRATLEY, P.; FOX, B.L. &amp; SCHRAGE, L.L </a:t>
            </a:r>
            <a:r>
              <a:rPr lang="ca-ES" dirty="0">
                <a:hlinkClick r:id="rId3"/>
              </a:rPr>
              <a:t>"A </a:t>
            </a:r>
            <a:r>
              <a:rPr lang="ca-ES" dirty="0" err="1">
                <a:hlinkClick r:id="rId3"/>
              </a:rPr>
              <a:t>Guide</a:t>
            </a:r>
            <a:r>
              <a:rPr lang="ca-ES" dirty="0">
                <a:hlinkClick r:id="rId3"/>
              </a:rPr>
              <a:t> to </a:t>
            </a:r>
            <a:r>
              <a:rPr lang="ca-ES" dirty="0" err="1">
                <a:hlinkClick r:id="rId3"/>
              </a:rPr>
              <a:t>Simulation</a:t>
            </a:r>
            <a:r>
              <a:rPr lang="ca-ES" dirty="0">
                <a:hlinkClick r:id="rId3"/>
              </a:rPr>
              <a:t>"</a:t>
            </a:r>
            <a:r>
              <a:rPr lang="ca-ES" dirty="0"/>
              <a:t> Ed. </a:t>
            </a:r>
            <a:r>
              <a:rPr lang="ca-ES" dirty="0" err="1"/>
              <a:t>Springer-Verlag</a:t>
            </a:r>
            <a:r>
              <a:rPr lang="ca-ES" dirty="0"/>
              <a:t> , 1987</a:t>
            </a:r>
          </a:p>
          <a:p>
            <a:r>
              <a:rPr lang="ca-ES" dirty="0" err="1"/>
              <a:t>KLEIJNEN</a:t>
            </a:r>
            <a:r>
              <a:rPr lang="ca-ES" dirty="0"/>
              <a:t>, </a:t>
            </a:r>
            <a:r>
              <a:rPr lang="ca-ES" dirty="0" err="1"/>
              <a:t>J.P.C</a:t>
            </a:r>
            <a:r>
              <a:rPr lang="ca-ES" dirty="0"/>
              <a:t> </a:t>
            </a:r>
            <a:r>
              <a:rPr lang="ca-ES" dirty="0">
                <a:hlinkClick r:id="rId4"/>
              </a:rPr>
              <a:t>"</a:t>
            </a:r>
            <a:r>
              <a:rPr lang="ca-ES" dirty="0" err="1">
                <a:hlinkClick r:id="rId4"/>
              </a:rPr>
              <a:t>Statistical</a:t>
            </a:r>
            <a:r>
              <a:rPr lang="ca-ES" dirty="0">
                <a:hlinkClick r:id="rId4"/>
              </a:rPr>
              <a:t> </a:t>
            </a:r>
            <a:r>
              <a:rPr lang="ca-ES" dirty="0" err="1">
                <a:hlinkClick r:id="rId4"/>
              </a:rPr>
              <a:t>Techniques</a:t>
            </a:r>
            <a:r>
              <a:rPr lang="ca-ES" dirty="0">
                <a:hlinkClick r:id="rId4"/>
              </a:rPr>
              <a:t> in </a:t>
            </a:r>
            <a:r>
              <a:rPr lang="ca-ES" dirty="0" err="1">
                <a:hlinkClick r:id="rId4"/>
              </a:rPr>
              <a:t>Simulation</a:t>
            </a:r>
            <a:r>
              <a:rPr lang="ca-ES" dirty="0">
                <a:hlinkClick r:id="rId4"/>
              </a:rPr>
              <a:t> (I </a:t>
            </a:r>
            <a:r>
              <a:rPr lang="ca-ES" dirty="0" err="1">
                <a:hlinkClick r:id="rId4"/>
              </a:rPr>
              <a:t>i</a:t>
            </a:r>
            <a:r>
              <a:rPr lang="ca-ES" dirty="0">
                <a:hlinkClick r:id="rId4"/>
              </a:rPr>
              <a:t> II)"</a:t>
            </a:r>
            <a:r>
              <a:rPr lang="ca-ES" dirty="0"/>
              <a:t> Ed. Marcel </a:t>
            </a:r>
            <a:r>
              <a:rPr lang="ca-ES" dirty="0" err="1"/>
              <a:t>Dekker</a:t>
            </a:r>
            <a:r>
              <a:rPr lang="ca-ES" dirty="0"/>
              <a:t> , 1975</a:t>
            </a:r>
          </a:p>
          <a:p>
            <a:r>
              <a:rPr lang="ca-ES" dirty="0"/>
              <a:t>LAW, A.M. &amp; </a:t>
            </a:r>
            <a:r>
              <a:rPr lang="ca-ES" dirty="0" err="1"/>
              <a:t>KELTON</a:t>
            </a:r>
            <a:r>
              <a:rPr lang="ca-ES" dirty="0"/>
              <a:t>, </a:t>
            </a:r>
            <a:r>
              <a:rPr lang="ca-ES" dirty="0" err="1"/>
              <a:t>W.D</a:t>
            </a:r>
            <a:r>
              <a:rPr lang="ca-ES" dirty="0"/>
              <a:t> </a:t>
            </a:r>
            <a:r>
              <a:rPr lang="ca-ES" dirty="0">
                <a:hlinkClick r:id="rId5"/>
              </a:rPr>
              <a:t>"</a:t>
            </a:r>
            <a:r>
              <a:rPr lang="ca-ES" dirty="0" err="1">
                <a:hlinkClick r:id="rId5"/>
              </a:rPr>
              <a:t>Simulation</a:t>
            </a:r>
            <a:r>
              <a:rPr lang="ca-ES" dirty="0">
                <a:hlinkClick r:id="rId5"/>
              </a:rPr>
              <a:t> </a:t>
            </a:r>
            <a:r>
              <a:rPr lang="ca-ES" dirty="0" err="1">
                <a:hlinkClick r:id="rId5"/>
              </a:rPr>
              <a:t>Modeling</a:t>
            </a:r>
            <a:r>
              <a:rPr lang="ca-ES" dirty="0">
                <a:hlinkClick r:id="rId5"/>
              </a:rPr>
              <a:t> and </a:t>
            </a:r>
            <a:r>
              <a:rPr lang="ca-ES" dirty="0" err="1">
                <a:hlinkClick r:id="rId5"/>
              </a:rPr>
              <a:t>Analysis</a:t>
            </a:r>
            <a:r>
              <a:rPr lang="ca-ES" dirty="0">
                <a:hlinkClick r:id="rId5"/>
              </a:rPr>
              <a:t>"</a:t>
            </a:r>
            <a:r>
              <a:rPr lang="ca-ES" dirty="0"/>
              <a:t> Ed. </a:t>
            </a:r>
            <a:r>
              <a:rPr lang="ca-ES" dirty="0" err="1"/>
              <a:t>Mc</a:t>
            </a:r>
            <a:r>
              <a:rPr lang="ca-ES" dirty="0"/>
              <a:t>. </a:t>
            </a:r>
            <a:r>
              <a:rPr lang="ca-ES" dirty="0" err="1"/>
              <a:t>Graw-Hill</a:t>
            </a:r>
            <a:r>
              <a:rPr lang="ca-ES" dirty="0"/>
              <a:t> , 1991</a:t>
            </a:r>
          </a:p>
          <a:p>
            <a:r>
              <a:rPr lang="ca-ES" b="1" dirty="0"/>
              <a:t>Antoni Guasch, Miquel Àngel Piera, Josep Casanovas, Jaime Figueres, ”</a:t>
            </a:r>
            <a:r>
              <a:rPr lang="ca-ES" b="1" dirty="0" err="1"/>
              <a:t>Modelado</a:t>
            </a:r>
            <a:r>
              <a:rPr lang="ca-ES" b="1" dirty="0"/>
              <a:t> y </a:t>
            </a:r>
            <a:r>
              <a:rPr lang="ca-ES" b="1" dirty="0" err="1"/>
              <a:t>simulación</a:t>
            </a:r>
            <a:r>
              <a:rPr lang="ca-ES" b="1" dirty="0"/>
              <a:t>. </a:t>
            </a:r>
            <a:r>
              <a:rPr lang="ca-ES" b="1" dirty="0" err="1"/>
              <a:t>Aplicación</a:t>
            </a:r>
            <a:r>
              <a:rPr lang="ca-ES" b="1" dirty="0"/>
              <a:t> a </a:t>
            </a:r>
            <a:r>
              <a:rPr lang="ca-ES" b="1" dirty="0" err="1"/>
              <a:t>procesos</a:t>
            </a:r>
            <a:r>
              <a:rPr lang="ca-ES" b="1" dirty="0"/>
              <a:t> </a:t>
            </a:r>
            <a:r>
              <a:rPr lang="ca-ES" b="1" dirty="0" err="1"/>
              <a:t>logísticos</a:t>
            </a:r>
            <a:r>
              <a:rPr lang="ca-ES" b="1" dirty="0"/>
              <a:t> de </a:t>
            </a:r>
            <a:r>
              <a:rPr lang="ca-ES" b="1" dirty="0" err="1"/>
              <a:t>fabricación</a:t>
            </a:r>
            <a:r>
              <a:rPr lang="ca-ES" b="1" dirty="0"/>
              <a:t> y </a:t>
            </a:r>
            <a:r>
              <a:rPr lang="ca-ES" b="1" dirty="0" err="1"/>
              <a:t>servicios</a:t>
            </a:r>
            <a:r>
              <a:rPr lang="ca-ES" b="1" dirty="0"/>
              <a:t>” Ediciones UPC, 2002 </a:t>
            </a:r>
          </a:p>
          <a:p>
            <a:r>
              <a:rPr lang="ca-ES" dirty="0" err="1"/>
              <a:t>PIDD</a:t>
            </a:r>
            <a:r>
              <a:rPr lang="ca-ES" dirty="0"/>
              <a:t>, M. </a:t>
            </a:r>
            <a:r>
              <a:rPr lang="ca-ES" dirty="0">
                <a:hlinkClick r:id="rId6"/>
              </a:rPr>
              <a:t>"Computer </a:t>
            </a:r>
            <a:r>
              <a:rPr lang="ca-ES" dirty="0" err="1">
                <a:hlinkClick r:id="rId6"/>
              </a:rPr>
              <a:t>Modelling</a:t>
            </a:r>
            <a:r>
              <a:rPr lang="ca-ES" dirty="0">
                <a:hlinkClick r:id="rId6"/>
              </a:rPr>
              <a:t> for </a:t>
            </a:r>
            <a:r>
              <a:rPr lang="ca-ES" dirty="0" err="1">
                <a:hlinkClick r:id="rId6"/>
              </a:rPr>
              <a:t>Discrete</a:t>
            </a:r>
            <a:r>
              <a:rPr lang="ca-ES" dirty="0">
                <a:hlinkClick r:id="rId6"/>
              </a:rPr>
              <a:t> </a:t>
            </a:r>
            <a:r>
              <a:rPr lang="ca-ES" dirty="0" err="1">
                <a:hlinkClick r:id="rId6"/>
              </a:rPr>
              <a:t>Simulation</a:t>
            </a:r>
            <a:r>
              <a:rPr lang="ca-ES" dirty="0">
                <a:hlinkClick r:id="rId6"/>
              </a:rPr>
              <a:t>"</a:t>
            </a:r>
            <a:r>
              <a:rPr lang="ca-ES" dirty="0"/>
              <a:t> Ed. John </a:t>
            </a:r>
            <a:r>
              <a:rPr lang="ca-ES" dirty="0" err="1"/>
              <a:t>Wiley</a:t>
            </a:r>
            <a:r>
              <a:rPr lang="ca-ES" dirty="0"/>
              <a:t> &amp; Sons , 1989 </a:t>
            </a:r>
          </a:p>
          <a:p>
            <a:r>
              <a:rPr lang="ca-ES" b="1" dirty="0"/>
              <a:t>Pau Fonseca. </a:t>
            </a:r>
            <a:r>
              <a:rPr lang="ca-ES" b="1" dirty="0">
                <a:hlinkClick r:id="rId6"/>
              </a:rPr>
              <a:t>“S</a:t>
            </a:r>
            <a:r>
              <a:rPr lang="es-ES" b="1" dirty="0" err="1">
                <a:hlinkClick r:id="rId6"/>
              </a:rPr>
              <a:t>imulació</a:t>
            </a:r>
            <a:r>
              <a:rPr lang="es-ES" b="1" dirty="0">
                <a:hlinkClick r:id="rId6"/>
              </a:rPr>
              <a:t> discreta per </a:t>
            </a:r>
            <a:r>
              <a:rPr lang="es-ES" b="1" dirty="0" err="1">
                <a:hlinkClick r:id="rId6"/>
              </a:rPr>
              <a:t>mitjà</a:t>
            </a:r>
            <a:r>
              <a:rPr lang="es-ES" b="1" dirty="0">
                <a:hlinkClick r:id="rId6"/>
              </a:rPr>
              <a:t> de la </a:t>
            </a:r>
            <a:r>
              <a:rPr lang="es-ES" b="1" dirty="0" err="1">
                <a:hlinkClick r:id="rId6"/>
              </a:rPr>
              <a:t>interacció</a:t>
            </a:r>
            <a:r>
              <a:rPr lang="es-ES" b="1" dirty="0">
                <a:hlinkClick r:id="rId6"/>
              </a:rPr>
              <a:t> de </a:t>
            </a:r>
            <a:r>
              <a:rPr lang="es-ES" b="1" dirty="0" err="1">
                <a:hlinkClick r:id="rId6"/>
              </a:rPr>
              <a:t>processos</a:t>
            </a:r>
            <a:r>
              <a:rPr lang="ca-ES" b="1" dirty="0">
                <a:hlinkClick r:id="rId6"/>
              </a:rPr>
              <a:t>"</a:t>
            </a:r>
            <a:r>
              <a:rPr lang="ca-ES" b="1" dirty="0"/>
              <a:t> Edicions UPC, 2009 </a:t>
            </a:r>
          </a:p>
          <a:p>
            <a:r>
              <a:rPr lang="en-US" b="1" dirty="0"/>
              <a:t>Fonseca, P. (ed.) Formal languages for computer simulation: transdisciplinary models and applications, Information Science Reference, 2014 ISBN: 9781466643697 </a:t>
            </a:r>
            <a:r>
              <a:rPr lang="en-US" b="1" dirty="0">
                <a:hlinkClick r:id="rId7"/>
              </a:rPr>
              <a:t>https://discovery.upc.edu/discovery/fulldisplay?docid=alma991004003189706711&amp;context=L&amp;vid=34CSUC_UPC:VU1&amp;lang=ca</a:t>
            </a:r>
            <a:r>
              <a:rPr lang="en-US" b="1" dirty="0"/>
              <a:t> </a:t>
            </a:r>
          </a:p>
          <a:p>
            <a:endParaRPr lang="en-US" b="1" dirty="0"/>
          </a:p>
          <a:p>
            <a:r>
              <a:rPr lang="ca-ES" b="1" dirty="0"/>
              <a:t>Treballarem diferents articles científics com a font que us proporcionarem durant el curs.</a:t>
            </a:r>
            <a:br>
              <a:rPr lang="ca-ES" b="1" dirty="0"/>
            </a:br>
            <a:endParaRPr lang="ca-ES" b="1" dirty="0"/>
          </a:p>
        </p:txBody>
      </p:sp>
    </p:spTree>
  </p:cSld>
  <p:clrMapOvr>
    <a:masterClrMapping/>
  </p:clrMapOvr>
  <p:transition>
    <p:cut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INEDINNAVIGATOR" val="False"/>
  <p:tag name="HOTSPOTTYPE" val="NextSlide"/>
  <p:tag name="BRANCHTO" val="0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1066</TotalTime>
  <Words>365</Words>
  <Application>Microsoft Office PowerPoint</Application>
  <PresentationFormat>Widescreen</PresentationFormat>
  <Paragraphs>40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Simulació (GEI)</vt:lpstr>
      <vt:lpstr>Professors</vt:lpstr>
      <vt:lpstr>Avaluació</vt:lpstr>
      <vt:lpstr>Consultes</vt:lpstr>
      <vt:lpstr>Bibliografia</vt:lpstr>
    </vt:vector>
  </TitlesOfParts>
  <Company>LCFIB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S1 (Pràctiques)</dc:title>
  <dc:creator>Pau Fonseca</dc:creator>
  <cp:lastModifiedBy>Pau Fonseca</cp:lastModifiedBy>
  <cp:revision>81</cp:revision>
  <dcterms:created xsi:type="dcterms:W3CDTF">1999-02-22T12:12:29Z</dcterms:created>
  <dcterms:modified xsi:type="dcterms:W3CDTF">2025-09-07T16:37:13Z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rpose">
    <vt:lpwstr>Classes</vt:lpwstr>
  </property>
</Properties>
</file>